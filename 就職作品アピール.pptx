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D592DB-B139-2608-637C-7F9021759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DD494E1-983A-8ADC-22F7-95ABF7377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DBB83E-B949-6BA5-14DF-1F8F2996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71FAF-B15A-48CB-AD75-D0E177BB1850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89E00D-04F0-8EB5-247A-4FC021D7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9A1DA0-E6AE-B628-21CF-88E09633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D991-B5D4-40EF-8BFE-1FAE82CBD2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202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8F97E4-BACC-6E3B-60D7-2EA00F02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A5FEA2-1486-20E4-8E2C-54A34BDBA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D6936B-F429-9E93-64E6-5CE056967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71FAF-B15A-48CB-AD75-D0E177BB1850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66B840-4703-EA96-E3B2-9C9266BB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B0014E-10CA-F077-45CE-627620DEE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D991-B5D4-40EF-8BFE-1FAE82CBD2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006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159076-C8F1-25E0-CD91-F05B18901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D7C341-2577-0098-B1C7-1C5392A46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DA353A-0385-4391-7833-1C05458C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71FAF-B15A-48CB-AD75-D0E177BB1850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F5EEDD-8787-EFAC-0446-868FA336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7604D8-E7DA-F9FA-948F-19FBFBFB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D991-B5D4-40EF-8BFE-1FAE82CBD2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0323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B6FAF6-537B-CA14-57AC-442ACDEDC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E554B9-1A55-5A73-4E0D-ADD5912E3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75761D-B4F7-C3A4-7439-785008F36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9B5872-2CA4-A53B-9560-23704ECA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71FAF-B15A-48CB-AD75-D0E177BB1850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E7325F-4D7C-93FF-8AEB-1344973E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7EA2B0-C548-F864-7D24-95C9D9D6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D991-B5D4-40EF-8BFE-1FAE82CBD2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922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59D25-049A-7183-5967-3A79E6ED8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5EE1B5-24F2-87C0-5A82-FD1A7CDE8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32764C-E338-F032-20C5-3C923B33B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8029521-1E83-0980-DDC2-26CDF27F8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A956D2D-A2FB-8074-952B-5167C69E9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BC73B92-EF8E-43F4-1A3D-CA35274B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71FAF-B15A-48CB-AD75-D0E177BB1850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9A4A29A-0FC4-7EFC-9C59-7CE800992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10776A7-C364-1156-6251-979AF0802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D991-B5D4-40EF-8BFE-1FAE82CBD2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1877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2288E1-7070-EF7A-AB13-FF8AA504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CE250E-45D0-341C-6F2E-3417B45B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71FAF-B15A-48CB-AD75-D0E177BB1850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8718756-852A-EC2C-3140-6A3F3A966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67B331A-12F6-95E1-4570-787EFCD4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D991-B5D4-40EF-8BFE-1FAE82CBD2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054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1DF1B2B-83A0-15FE-3CA7-93373D7E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71FAF-B15A-48CB-AD75-D0E177BB1850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A6BDA7F-8137-6C92-0865-AE48D7C4E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67F5CF-00F7-7F73-FEB6-1D47D301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D991-B5D4-40EF-8BFE-1FAE82CBD2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11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7B0446-92B8-1E5C-DE2F-E160CCB9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01F226-FB55-6565-5587-55A76D024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A24085E-29EE-FA5A-C5C3-C23FF64CF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B7E310-4152-1C0A-9678-A50EA72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71FAF-B15A-48CB-AD75-D0E177BB1850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923253-E7FF-D65E-595A-840ADC927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3046B8-B0E6-A23B-0A41-9E9ACF0E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D991-B5D4-40EF-8BFE-1FAE82CBD2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11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1861D7-62DC-A965-A004-376DA709D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2FE811-740D-FFF1-922C-C71C5A57E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91F4A2-707F-4F4E-0A76-2AA49AF82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E5E79D-3266-C9F7-2F10-F97635E6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71FAF-B15A-48CB-AD75-D0E177BB1850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FAB00A-B969-F033-0F7A-B36BA5E9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71FC41-6397-AA42-A9C5-A1AB0240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D991-B5D4-40EF-8BFE-1FAE82CBD2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3939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4AC37A-96B7-8059-9A68-C67343157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841034-7F6D-8FB7-0F92-9EE9ED664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7BA2F5-4A9C-F6E0-AB8B-4188A636A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71FAF-B15A-48CB-AD75-D0E177BB1850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564952-5CE2-31A4-4EC2-DD4FFCC9F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C6AFA9-0269-DFBF-99F9-D06AC037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D991-B5D4-40EF-8BFE-1FAE82CBD2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474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1AB7040-77F6-8164-550E-0802B62DB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B6714E-23CD-EE6D-F653-A855E7289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17590F-C2F0-B4C1-3C87-09F69AB7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71FAF-B15A-48CB-AD75-D0E177BB1850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90B3AC-07CB-6BEF-6AF6-9B3D5FFAA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6325A7-C573-D1BB-0D8E-3D25BD80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D991-B5D4-40EF-8BFE-1FAE82CBD2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737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524CD9-B455-78C1-07DE-C2EFCC508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228F5C-B9A4-1AC2-626C-001AC0B0F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F395F6-A5F8-04CB-1F3C-1AAA323B6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071FAF-B15A-48CB-AD75-D0E177BB1850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47E3AC-C6BB-CB83-BCD4-348C13E58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260CE3-0079-FE79-2947-934F60CAA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CD991-B5D4-40EF-8BFE-1FAE82CBD2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4261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FF0D80-C0F3-73F7-D9FD-955EEAA8C9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287EF9B-27C9-1284-D45D-EB42E2088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342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OHAT13B52932 松田健志</dc:creator>
  <cp:lastModifiedBy>OHAT13B52932 松田健志</cp:lastModifiedBy>
  <cp:revision>1</cp:revision>
  <dcterms:created xsi:type="dcterms:W3CDTF">2025-11-26T01:02:08Z</dcterms:created>
  <dcterms:modified xsi:type="dcterms:W3CDTF">2025-11-26T01:02:45Z</dcterms:modified>
</cp:coreProperties>
</file>