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905000"/>
            <a:ext cx="107365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ポートフォリオ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9322054" y="5404603"/>
            <a:ext cx="2092960" cy="94297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AT-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13B-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529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32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spc="-125" dirty="0">
                <a:solidFill>
                  <a:srgbClr val="FFFFFF"/>
                </a:solidFill>
                <a:latin typeface="MS Gothic"/>
                <a:cs typeface="MS Gothic"/>
              </a:rPr>
              <a:t>松田 健志</a:t>
            </a:r>
            <a:endParaRPr sz="24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0173" y="3400603"/>
            <a:ext cx="303263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spc="-5" dirty="0">
                <a:solidFill>
                  <a:srgbClr val="FFFFFF"/>
                </a:solidFill>
                <a:latin typeface="MS Gothic"/>
                <a:cs typeface="MS Gothic"/>
              </a:rPr>
              <a:t>無双ゲーム制作</a:t>
            </a:r>
            <a:endParaRPr lang="ja-JP" altLang="en-US" sz="24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1087"/>
            <a:ext cx="5053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作品概要・開発目的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200"/>
            <a:ext cx="12077700" cy="49314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spc="-25" dirty="0">
                <a:solidFill>
                  <a:srgbClr val="FFFFFF"/>
                </a:solidFill>
                <a:latin typeface="MS Gothic"/>
                <a:cs typeface="MS Gothic"/>
              </a:rPr>
              <a:t>大量のオブジェクトやパーティクルを描画して、</a:t>
            </a:r>
            <a:br>
              <a:rPr lang="en-US" altLang="ja-JP" sz="2800" spc="-25" dirty="0">
                <a:solidFill>
                  <a:srgbClr val="FFFFFF"/>
                </a:solidFill>
                <a:latin typeface="MS Gothic"/>
                <a:cs typeface="MS Gothic"/>
              </a:rPr>
            </a:br>
            <a:r>
              <a:rPr lang="en-US" altLang="ja-JP" sz="2800" b="1" dirty="0">
                <a:solidFill>
                  <a:schemeClr val="bg1"/>
                </a:solidFill>
              </a:rPr>
              <a:t>Vampire Survivors </a:t>
            </a:r>
            <a:r>
              <a:rPr lang="ja-JP" altLang="en-US" sz="2800" b="1" dirty="0">
                <a:solidFill>
                  <a:schemeClr val="bg1"/>
                </a:solidFill>
              </a:rPr>
              <a:t>の３</a:t>
            </a:r>
            <a:r>
              <a:rPr lang="en-US" altLang="ja-JP" sz="2800" b="1" dirty="0">
                <a:solidFill>
                  <a:schemeClr val="bg1"/>
                </a:solidFill>
              </a:rPr>
              <a:t>D</a:t>
            </a:r>
            <a:r>
              <a:rPr lang="ja-JP" altLang="en-US" sz="2800" b="1" dirty="0">
                <a:solidFill>
                  <a:schemeClr val="bg1"/>
                </a:solidFill>
              </a:rPr>
              <a:t>版のような</a:t>
            </a:r>
            <a:endParaRPr lang="en-US" altLang="ja-JP" sz="2800" b="1" dirty="0">
              <a:solidFill>
                <a:schemeClr val="bg1"/>
              </a:solidFill>
            </a:endParaRPr>
          </a:p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b="1" dirty="0">
                <a:solidFill>
                  <a:schemeClr val="bg1"/>
                </a:solidFill>
                <a:latin typeface="MS Gothic"/>
                <a:cs typeface="MS Gothic"/>
              </a:rPr>
              <a:t>無双ゲーム制作を目指しています。</a:t>
            </a:r>
            <a:endParaRPr lang="en-US" altLang="ja-JP" sz="2800" b="1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endParaRPr sz="27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4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開発環境</a:t>
            </a:r>
            <a:endParaRPr sz="4400" dirty="0">
              <a:latin typeface="MS Gothic"/>
              <a:cs typeface="MS Gothic"/>
            </a:endParaRPr>
          </a:p>
          <a:p>
            <a:pPr marL="405765">
              <a:lnSpc>
                <a:spcPct val="100000"/>
              </a:lnSpc>
              <a:spcBef>
                <a:spcPts val="1095"/>
              </a:spcBef>
            </a:pP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C++</a:t>
            </a:r>
            <a:r>
              <a:rPr lang="en-US" sz="2800" spc="-30" dirty="0">
                <a:solidFill>
                  <a:srgbClr val="FFFFFF"/>
                </a:solidFill>
                <a:latin typeface="MS Gothic"/>
                <a:cs typeface="Arial MT"/>
              </a:rPr>
              <a:t>20</a:t>
            </a:r>
            <a:r>
              <a:rPr sz="2800" spc="-590" dirty="0">
                <a:solidFill>
                  <a:srgbClr val="FFFFFF"/>
                </a:solidFill>
                <a:latin typeface="MS Gothic"/>
                <a:cs typeface="MS Gothic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DirectX11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400" u="sng" spc="-2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開発期間</a:t>
            </a:r>
            <a:endParaRPr lang="ja-JP" altLang="en-US" sz="4400" u="sng" spc="-20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MS Gothic"/>
              <a:cs typeface="MS Gothic"/>
            </a:endParaRPr>
          </a:p>
          <a:p>
            <a:pPr marL="405765">
              <a:lnSpc>
                <a:spcPct val="100000"/>
              </a:lnSpc>
              <a:spcBef>
                <a:spcPts val="1245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約３～４カ月間くらい</a:t>
            </a:r>
            <a:endParaRPr lang="ja-JP" altLang="en-US" sz="2800" dirty="0">
              <a:latin typeface="MS Gothic"/>
              <a:cs typeface="MS Gothic"/>
            </a:endParaRPr>
          </a:p>
        </p:txBody>
      </p:sp>
      <p:pic>
        <p:nvPicPr>
          <p:cNvPr id="2050" name="Picture 2" descr="配信開始】ゴシックホラーカジュアルゲーム『Vampire Survivors（ヴァンパイア・サバイバーズ）』がスマホアプリで登場 |  ファミ通App【スマホゲーム情報サイト】">
            <a:extLst>
              <a:ext uri="{FF2B5EF4-FFF2-40B4-BE49-F238E27FC236}">
                <a16:creationId xmlns:a16="http://schemas.microsoft.com/office/drawing/2014/main" id="{3FD1B44D-A6BF-568A-E8B2-0D6FFC2AA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828800"/>
            <a:ext cx="3820796" cy="215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535" y="2172970"/>
            <a:ext cx="8457565" cy="1631950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212090" rIns="0" bIns="0" rtlCol="0">
            <a:spAutoFit/>
          </a:bodyPr>
          <a:lstStyle/>
          <a:p>
            <a:pPr marL="1428115" marR="1141095" indent="-281305">
              <a:lnSpc>
                <a:spcPts val="4750"/>
              </a:lnSpc>
              <a:spcBef>
                <a:spcPts val="1670"/>
              </a:spcBef>
            </a:pPr>
            <a:r>
              <a:rPr u="heavy" spc="-5" dirty="0">
                <a:uFill>
                  <a:solidFill>
                    <a:srgbClr val="FFFFFF"/>
                  </a:solidFill>
                </a:uFill>
              </a:rPr>
              <a:t>制作したいと思っている</a:t>
            </a:r>
            <a:r>
              <a:rPr u="heavy" spc="1100" dirty="0">
                <a:uFill>
                  <a:solidFill>
                    <a:srgbClr val="FFFFFF"/>
                  </a:solidFill>
                </a:uFill>
              </a:rPr>
              <a:t>          </a:t>
            </a:r>
            <a:r>
              <a:rPr u="heavy" spc="-5" dirty="0">
                <a:uFill>
                  <a:solidFill>
                    <a:srgbClr val="FFFFFF"/>
                  </a:solidFill>
                </a:uFill>
              </a:rPr>
              <a:t>アクションゲーム紹介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59" y="331977"/>
            <a:ext cx="2819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ゲーム紹介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7931" y="1379474"/>
            <a:ext cx="11796395" cy="885499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745"/>
              </a:spcBef>
            </a:pPr>
            <a:r>
              <a:rPr lang="ja-JP" altLang="en-US" sz="2400" spc="-5" dirty="0">
                <a:solidFill>
                  <a:srgbClr val="FFFFFF"/>
                </a:solidFill>
                <a:latin typeface="MS Gothic"/>
                <a:cs typeface="MS Gothic"/>
              </a:rPr>
              <a:t>この</a:t>
            </a:r>
            <a:r>
              <a:rPr sz="2400" spc="-5" dirty="0" err="1">
                <a:solidFill>
                  <a:srgbClr val="FFFFFF"/>
                </a:solidFill>
                <a:latin typeface="MS Gothic"/>
                <a:cs typeface="MS Gothic"/>
              </a:rPr>
              <a:t>ゲームで一番拘りたい点</a:t>
            </a:r>
            <a:endParaRPr sz="2400" dirty="0">
              <a:latin typeface="MS Gothic"/>
              <a:cs typeface="MS Gothic"/>
            </a:endParaRPr>
          </a:p>
          <a:p>
            <a:pPr marL="509905">
              <a:lnSpc>
                <a:spcPct val="100000"/>
              </a:lnSpc>
              <a:spcBef>
                <a:spcPts val="420"/>
              </a:spcBef>
            </a:pPr>
            <a:r>
              <a:rPr lang="ja-JP" altLang="en-US" sz="2400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　　</a:t>
            </a:r>
            <a:r>
              <a:rPr lang="ja-JP" altLang="en-US" sz="2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敵やパーティクルを大量に描画</a:t>
            </a:r>
            <a:endParaRPr sz="2400" dirty="0">
              <a:latin typeface="MS Gothic"/>
              <a:cs typeface="MS Gothic"/>
            </a:endParaRPr>
          </a:p>
        </p:txBody>
      </p:sp>
      <p:pic>
        <p:nvPicPr>
          <p:cNvPr id="1026" name="Picture 2" descr="Vampire Survivors - Google Play のアプリ">
            <a:extLst>
              <a:ext uri="{FF2B5EF4-FFF2-40B4-BE49-F238E27FC236}">
                <a16:creationId xmlns:a16="http://schemas.microsoft.com/office/drawing/2014/main" id="{6B819FD2-F057-211C-F5A8-9CDDAFCC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87739"/>
            <a:ext cx="4882243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NE PIECE 海賊無双4 | バンダイナムコエンターテインメント公式サイト">
            <a:extLst>
              <a:ext uri="{FF2B5EF4-FFF2-40B4-BE49-F238E27FC236}">
                <a16:creationId xmlns:a16="http://schemas.microsoft.com/office/drawing/2014/main" id="{09338CBB-AF07-ACCA-8C7E-A77020BC0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956704"/>
            <a:ext cx="4572000" cy="257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36EB1FFB-DF02-E06D-1CF0-394EEDFB26AD}"/>
              </a:ext>
            </a:extLst>
          </p:cNvPr>
          <p:cNvSpPr txBox="1"/>
          <p:nvPr/>
        </p:nvSpPr>
        <p:spPr>
          <a:xfrm>
            <a:off x="267931" y="3140931"/>
            <a:ext cx="11796395" cy="464871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94615" rIns="0" bIns="0" rtlCol="0" anchor="ctr">
            <a:spAutoFit/>
          </a:bodyPr>
          <a:lstStyle/>
          <a:p>
            <a:pPr marL="205104" algn="l">
              <a:lnSpc>
                <a:spcPct val="100000"/>
              </a:lnSpc>
              <a:spcBef>
                <a:spcPts val="745"/>
              </a:spcBef>
            </a:pPr>
            <a:r>
              <a:rPr lang="ja-JP" altLang="en-US" sz="2400" spc="-5" dirty="0">
                <a:solidFill>
                  <a:srgbClr val="FFFFFF"/>
                </a:solidFill>
                <a:latin typeface="MS Gothic"/>
                <a:cs typeface="MS Gothic"/>
              </a:rPr>
              <a:t>目指しているゲーム</a:t>
            </a:r>
            <a:endParaRPr sz="24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65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 MT</vt:lpstr>
      <vt:lpstr>MS Gothic</vt:lpstr>
      <vt:lpstr>Office Theme</vt:lpstr>
      <vt:lpstr>ポートフォリオ</vt:lpstr>
      <vt:lpstr>作品概要・開発目的</vt:lpstr>
      <vt:lpstr>制作したいと思っている          アクションゲーム紹介</vt:lpstr>
      <vt:lpstr>ゲーム紹介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37</cp:revision>
  <dcterms:created xsi:type="dcterms:W3CDTF">2025-12-13T00:48:35Z</dcterms:created>
  <dcterms:modified xsi:type="dcterms:W3CDTF">2025-12-13T03:03:21Z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