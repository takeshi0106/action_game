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5" d="100"/>
          <a:sy n="75" d="100"/>
        </p:scale>
        <p:origin x="86" y="91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12/13/2025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12/13/2025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12/13/2025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12/13/2025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12/13/2025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42671" y="482041"/>
            <a:ext cx="7287259" cy="6972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53313" y="2137663"/>
            <a:ext cx="5001895" cy="21983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12/13/2025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1905000"/>
            <a:ext cx="10736580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ja-JP" altLang="en-US" sz="6000" dirty="0"/>
              <a:t>ポートフォリオ</a:t>
            </a:r>
            <a:endParaRPr sz="6000" dirty="0"/>
          </a:p>
        </p:txBody>
      </p:sp>
      <p:sp>
        <p:nvSpPr>
          <p:cNvPr id="3" name="object 3"/>
          <p:cNvSpPr txBox="1"/>
          <p:nvPr/>
        </p:nvSpPr>
        <p:spPr>
          <a:xfrm>
            <a:off x="9322054" y="5404603"/>
            <a:ext cx="2092960" cy="942975"/>
          </a:xfrm>
          <a:prstGeom prst="rect">
            <a:avLst/>
          </a:prstGeom>
        </p:spPr>
        <p:txBody>
          <a:bodyPr vert="horz" wrap="square" lIns="0" tIns="1047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25"/>
              </a:spcBef>
            </a:pPr>
            <a:r>
              <a:rPr sz="2400" spc="-10" dirty="0">
                <a:solidFill>
                  <a:srgbClr val="FFFFFF"/>
                </a:solidFill>
                <a:latin typeface="Arial MT"/>
                <a:cs typeface="Arial MT"/>
              </a:rPr>
              <a:t>AT-</a:t>
            </a:r>
            <a:r>
              <a:rPr sz="2400" spc="-25" dirty="0">
                <a:solidFill>
                  <a:srgbClr val="FFFFFF"/>
                </a:solidFill>
                <a:latin typeface="Arial MT"/>
                <a:cs typeface="Arial MT"/>
              </a:rPr>
              <a:t>13B-</a:t>
            </a:r>
            <a:r>
              <a:rPr sz="2400" dirty="0">
                <a:solidFill>
                  <a:srgbClr val="FFFFFF"/>
                </a:solidFill>
                <a:latin typeface="Arial MT"/>
                <a:cs typeface="Arial MT"/>
              </a:rPr>
              <a:t>529</a:t>
            </a:r>
            <a:r>
              <a:rPr sz="2400" spc="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25" dirty="0">
                <a:solidFill>
                  <a:srgbClr val="FFFFFF"/>
                </a:solidFill>
                <a:latin typeface="Arial MT"/>
                <a:cs typeface="Arial MT"/>
              </a:rPr>
              <a:t>32</a:t>
            </a:r>
            <a:endParaRPr sz="24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735"/>
              </a:spcBef>
            </a:pPr>
            <a:r>
              <a:rPr sz="2400" spc="-125" dirty="0">
                <a:solidFill>
                  <a:srgbClr val="FFFFFF"/>
                </a:solidFill>
                <a:latin typeface="MS Gothic"/>
                <a:cs typeface="MS Gothic"/>
              </a:rPr>
              <a:t>松田 健志</a:t>
            </a:r>
            <a:endParaRPr sz="2400">
              <a:latin typeface="MS Gothic"/>
              <a:cs typeface="MS Gothic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690173" y="3400603"/>
            <a:ext cx="3032633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ja-JP" altLang="en-US" sz="2400" spc="-5" dirty="0">
                <a:solidFill>
                  <a:srgbClr val="FFFFFF"/>
                </a:solidFill>
                <a:latin typeface="MS Gothic"/>
                <a:cs typeface="MS Gothic"/>
              </a:rPr>
              <a:t>無双ゲーム制作</a:t>
            </a:r>
            <a:endParaRPr lang="ja-JP" altLang="en-US" sz="2400" dirty="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739" y="61087"/>
            <a:ext cx="5053965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0" dirty="0"/>
              <a:t>作品概要・開発目的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219200"/>
            <a:ext cx="12077700" cy="493147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05765">
              <a:spcBef>
                <a:spcPts val="95"/>
              </a:spcBef>
              <a:tabLst>
                <a:tab pos="2539365" algn="l"/>
                <a:tab pos="6353175" algn="l"/>
              </a:tabLst>
            </a:pPr>
            <a:r>
              <a:rPr lang="ja-JP" altLang="en-US" sz="2800" spc="-25" dirty="0">
                <a:solidFill>
                  <a:srgbClr val="FFFFFF"/>
                </a:solidFill>
                <a:latin typeface="MS Gothic"/>
                <a:cs typeface="MS Gothic"/>
              </a:rPr>
              <a:t>大量のオブジェクトやパーティクルを描画して、</a:t>
            </a:r>
            <a:br>
              <a:rPr lang="en-US" altLang="ja-JP" sz="2800" spc="-25" dirty="0">
                <a:solidFill>
                  <a:srgbClr val="FFFFFF"/>
                </a:solidFill>
                <a:latin typeface="MS Gothic"/>
                <a:cs typeface="MS Gothic"/>
              </a:rPr>
            </a:br>
            <a:r>
              <a:rPr lang="en-US" altLang="ja-JP" sz="2800" b="1" dirty="0">
                <a:solidFill>
                  <a:schemeClr val="bg1"/>
                </a:solidFill>
              </a:rPr>
              <a:t>Vampire Survivors </a:t>
            </a:r>
            <a:r>
              <a:rPr lang="ja-JP" altLang="en-US" sz="2800" b="1" dirty="0">
                <a:solidFill>
                  <a:schemeClr val="bg1"/>
                </a:solidFill>
              </a:rPr>
              <a:t>の３</a:t>
            </a:r>
            <a:r>
              <a:rPr lang="en-US" altLang="ja-JP" sz="2800" b="1" dirty="0">
                <a:solidFill>
                  <a:schemeClr val="bg1"/>
                </a:solidFill>
              </a:rPr>
              <a:t>D</a:t>
            </a:r>
            <a:r>
              <a:rPr lang="ja-JP" altLang="en-US" sz="2800" b="1" dirty="0">
                <a:solidFill>
                  <a:schemeClr val="bg1"/>
                </a:solidFill>
              </a:rPr>
              <a:t>版のような</a:t>
            </a:r>
            <a:endParaRPr lang="en-US" altLang="ja-JP" sz="2800" b="1" dirty="0">
              <a:solidFill>
                <a:schemeClr val="bg1"/>
              </a:solidFill>
            </a:endParaRPr>
          </a:p>
          <a:p>
            <a:pPr marL="405765">
              <a:spcBef>
                <a:spcPts val="95"/>
              </a:spcBef>
              <a:tabLst>
                <a:tab pos="2539365" algn="l"/>
                <a:tab pos="6353175" algn="l"/>
              </a:tabLst>
            </a:pPr>
            <a:r>
              <a:rPr lang="ja-JP" altLang="en-US" sz="2800" b="1" dirty="0">
                <a:solidFill>
                  <a:schemeClr val="bg1"/>
                </a:solidFill>
                <a:latin typeface="MS Gothic"/>
                <a:cs typeface="MS Gothic"/>
              </a:rPr>
              <a:t>無双ゲーム制作を目指しています。</a:t>
            </a:r>
            <a:endParaRPr lang="en-US" altLang="ja-JP" sz="2800" b="1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405765">
              <a:spcBef>
                <a:spcPts val="95"/>
              </a:spcBef>
              <a:tabLst>
                <a:tab pos="2539365" algn="l"/>
                <a:tab pos="6353175" algn="l"/>
              </a:tabLst>
            </a:pPr>
            <a:endParaRPr sz="27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</a:pPr>
            <a:r>
              <a:rPr sz="4400" u="sng" spc="-1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MS Gothic"/>
                <a:cs typeface="MS Gothic"/>
              </a:rPr>
              <a:t>開発環境</a:t>
            </a:r>
            <a:endParaRPr sz="4400" dirty="0">
              <a:latin typeface="MS Gothic"/>
              <a:cs typeface="MS Gothic"/>
            </a:endParaRPr>
          </a:p>
          <a:p>
            <a:pPr marL="405765">
              <a:lnSpc>
                <a:spcPct val="100000"/>
              </a:lnSpc>
              <a:spcBef>
                <a:spcPts val="1095"/>
              </a:spcBef>
            </a:pPr>
            <a:r>
              <a:rPr sz="2800" spc="-30" dirty="0">
                <a:solidFill>
                  <a:srgbClr val="FFFFFF"/>
                </a:solidFill>
                <a:latin typeface="Arial MT"/>
                <a:cs typeface="Arial MT"/>
              </a:rPr>
              <a:t>C++</a:t>
            </a:r>
            <a:r>
              <a:rPr lang="en-US" sz="2800" spc="-30" dirty="0">
                <a:solidFill>
                  <a:srgbClr val="FFFFFF"/>
                </a:solidFill>
                <a:latin typeface="MS Gothic"/>
                <a:cs typeface="Arial MT"/>
              </a:rPr>
              <a:t>20</a:t>
            </a:r>
            <a:r>
              <a:rPr sz="2800" spc="-590" dirty="0">
                <a:solidFill>
                  <a:srgbClr val="FFFFFF"/>
                </a:solidFill>
                <a:latin typeface="MS Gothic"/>
                <a:cs typeface="MS Gothic"/>
              </a:rPr>
              <a:t> </a:t>
            </a:r>
            <a:r>
              <a:rPr sz="2800" dirty="0">
                <a:solidFill>
                  <a:srgbClr val="FFFFFF"/>
                </a:solidFill>
                <a:latin typeface="Arial MT"/>
                <a:cs typeface="Arial MT"/>
              </a:rPr>
              <a:t>/</a:t>
            </a:r>
            <a:r>
              <a:rPr sz="2800" spc="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10" dirty="0">
                <a:solidFill>
                  <a:srgbClr val="FFFFFF"/>
                </a:solidFill>
                <a:latin typeface="Arial MT"/>
                <a:cs typeface="Arial MT"/>
              </a:rPr>
              <a:t>DirectX11</a:t>
            </a:r>
            <a:endParaRPr sz="28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900"/>
              </a:spcBef>
            </a:pPr>
            <a:endParaRPr sz="28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4400" u="sng" spc="-20" dirty="0" err="1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MS Gothic"/>
                <a:cs typeface="MS Gothic"/>
              </a:rPr>
              <a:t>開発期間</a:t>
            </a:r>
            <a:endParaRPr lang="ja-JP" altLang="en-US" sz="4400" u="sng" spc="-20" dirty="0">
              <a:solidFill>
                <a:srgbClr val="FFFFFF"/>
              </a:solidFill>
              <a:uFill>
                <a:solidFill>
                  <a:srgbClr val="FFFFFF"/>
                </a:solidFill>
              </a:uFill>
              <a:latin typeface="MS Gothic"/>
              <a:cs typeface="MS Gothic"/>
            </a:endParaRPr>
          </a:p>
          <a:p>
            <a:pPr marL="405765">
              <a:lnSpc>
                <a:spcPct val="100000"/>
              </a:lnSpc>
              <a:spcBef>
                <a:spcPts val="1245"/>
              </a:spcBef>
            </a:pPr>
            <a:r>
              <a:rPr lang="ja-JP" altLang="en-US" sz="2800" spc="-40" dirty="0">
                <a:solidFill>
                  <a:srgbClr val="FFFFFF"/>
                </a:solidFill>
                <a:latin typeface="MS Gothic"/>
                <a:cs typeface="MS Gothic"/>
              </a:rPr>
              <a:t>約３～４カ月間くらい</a:t>
            </a:r>
            <a:endParaRPr lang="ja-JP" altLang="en-US" sz="2800" dirty="0">
              <a:latin typeface="MS Gothic"/>
              <a:cs typeface="MS Gothic"/>
            </a:endParaRPr>
          </a:p>
        </p:txBody>
      </p:sp>
      <p:pic>
        <p:nvPicPr>
          <p:cNvPr id="2050" name="Picture 2" descr="配信開始】ゴシックホラーカジュアルゲーム『Vampire Survivors（ヴァンパイア・サバイバーズ）』がスマホアプリで登場 |  ファミ通App【スマホゲーム情報サイト】">
            <a:extLst>
              <a:ext uri="{FF2B5EF4-FFF2-40B4-BE49-F238E27FC236}">
                <a16:creationId xmlns:a16="http://schemas.microsoft.com/office/drawing/2014/main" id="{3FD1B44D-A6BF-568A-E8B2-0D6FFC2AA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7200" y="1828800"/>
            <a:ext cx="3820796" cy="2152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867535" y="2172970"/>
            <a:ext cx="8457565" cy="1631950"/>
          </a:xfrm>
          <a:prstGeom prst="rect">
            <a:avLst/>
          </a:prstGeom>
          <a:ln w="38100">
            <a:solidFill>
              <a:srgbClr val="FFFFFF"/>
            </a:solidFill>
          </a:ln>
        </p:spPr>
        <p:txBody>
          <a:bodyPr vert="horz" wrap="square" lIns="0" tIns="212090" rIns="0" bIns="0" rtlCol="0">
            <a:spAutoFit/>
          </a:bodyPr>
          <a:lstStyle/>
          <a:p>
            <a:pPr marL="1428115" marR="1141095" indent="-281305">
              <a:lnSpc>
                <a:spcPts val="4750"/>
              </a:lnSpc>
              <a:spcBef>
                <a:spcPts val="1670"/>
              </a:spcBef>
            </a:pPr>
            <a:r>
              <a:rPr u="heavy" spc="-5" dirty="0">
                <a:uFill>
                  <a:solidFill>
                    <a:srgbClr val="FFFFFF"/>
                  </a:solidFill>
                </a:uFill>
              </a:rPr>
              <a:t>制作したいと思っている</a:t>
            </a:r>
            <a:r>
              <a:rPr u="heavy" spc="1100" dirty="0">
                <a:uFill>
                  <a:solidFill>
                    <a:srgbClr val="FFFFFF"/>
                  </a:solidFill>
                </a:uFill>
              </a:rPr>
              <a:t>          </a:t>
            </a:r>
            <a:r>
              <a:rPr u="heavy" spc="-5" dirty="0">
                <a:uFill>
                  <a:solidFill>
                    <a:srgbClr val="FFFFFF"/>
                  </a:solidFill>
                </a:uFill>
              </a:rPr>
              <a:t>アクションゲーム紹介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46659" y="331977"/>
            <a:ext cx="281940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0" dirty="0"/>
              <a:t>ゲーム紹介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67931" y="1379474"/>
            <a:ext cx="11796395" cy="885499"/>
          </a:xfrm>
          <a:prstGeom prst="rect">
            <a:avLst/>
          </a:prstGeom>
          <a:ln w="9525">
            <a:solidFill>
              <a:srgbClr val="FFFFFF"/>
            </a:solidFill>
          </a:ln>
        </p:spPr>
        <p:txBody>
          <a:bodyPr vert="horz" wrap="square" lIns="0" tIns="94615" rIns="0" bIns="0" rtlCol="0">
            <a:spAutoFit/>
          </a:bodyPr>
          <a:lstStyle/>
          <a:p>
            <a:pPr marL="205104">
              <a:lnSpc>
                <a:spcPct val="100000"/>
              </a:lnSpc>
              <a:spcBef>
                <a:spcPts val="745"/>
              </a:spcBef>
            </a:pPr>
            <a:r>
              <a:rPr lang="ja-JP" altLang="en-US" sz="2400" spc="-5" dirty="0">
                <a:solidFill>
                  <a:srgbClr val="FFFFFF"/>
                </a:solidFill>
                <a:latin typeface="MS Gothic"/>
                <a:cs typeface="MS Gothic"/>
              </a:rPr>
              <a:t>この</a:t>
            </a:r>
            <a:r>
              <a:rPr sz="2400" spc="-5" dirty="0" err="1">
                <a:solidFill>
                  <a:srgbClr val="FFFFFF"/>
                </a:solidFill>
                <a:latin typeface="MS Gothic"/>
                <a:cs typeface="MS Gothic"/>
              </a:rPr>
              <a:t>ゲームで一番拘りたい点</a:t>
            </a:r>
            <a:endParaRPr sz="2400" dirty="0">
              <a:latin typeface="MS Gothic"/>
              <a:cs typeface="MS Gothic"/>
            </a:endParaRPr>
          </a:p>
          <a:p>
            <a:pPr marL="509905">
              <a:lnSpc>
                <a:spcPct val="100000"/>
              </a:lnSpc>
              <a:spcBef>
                <a:spcPts val="420"/>
              </a:spcBef>
            </a:pPr>
            <a:r>
              <a:rPr lang="ja-JP" altLang="en-US" sz="2400" spc="-1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MS Gothic"/>
                <a:cs typeface="MS Gothic"/>
              </a:rPr>
              <a:t>　　</a:t>
            </a:r>
            <a:r>
              <a:rPr lang="ja-JP" altLang="en-US" sz="2400" u="sng" spc="-1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MS Gothic"/>
                <a:cs typeface="MS Gothic"/>
              </a:rPr>
              <a:t>敵やパーティクルを大量に描画</a:t>
            </a:r>
            <a:endParaRPr sz="2400" dirty="0">
              <a:latin typeface="MS Gothic"/>
              <a:cs typeface="MS Gothic"/>
            </a:endParaRPr>
          </a:p>
        </p:txBody>
      </p:sp>
      <p:pic>
        <p:nvPicPr>
          <p:cNvPr id="1026" name="Picture 2" descr="Vampire Survivors - Google Play のアプリ">
            <a:extLst>
              <a:ext uri="{FF2B5EF4-FFF2-40B4-BE49-F238E27FC236}">
                <a16:creationId xmlns:a16="http://schemas.microsoft.com/office/drawing/2014/main" id="{6B819FD2-F057-211C-F5A8-9CDDAFCC79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" y="3787739"/>
            <a:ext cx="4882243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ONE PIECE 海賊無双4 | バンダイナムコエンターテインメント公式サイト">
            <a:extLst>
              <a:ext uri="{FF2B5EF4-FFF2-40B4-BE49-F238E27FC236}">
                <a16:creationId xmlns:a16="http://schemas.microsoft.com/office/drawing/2014/main" id="{09338CBB-AF07-ACCA-8C7E-A77020BC0B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8800" y="3956704"/>
            <a:ext cx="4572000" cy="2574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object 4">
            <a:extLst>
              <a:ext uri="{FF2B5EF4-FFF2-40B4-BE49-F238E27FC236}">
                <a16:creationId xmlns:a16="http://schemas.microsoft.com/office/drawing/2014/main" id="{36EB1FFB-DF02-E06D-1CF0-394EEDFB26AD}"/>
              </a:ext>
            </a:extLst>
          </p:cNvPr>
          <p:cNvSpPr txBox="1"/>
          <p:nvPr/>
        </p:nvSpPr>
        <p:spPr>
          <a:xfrm>
            <a:off x="267931" y="3140931"/>
            <a:ext cx="11796395" cy="464871"/>
          </a:xfrm>
          <a:prstGeom prst="rect">
            <a:avLst/>
          </a:prstGeom>
          <a:ln w="9525">
            <a:solidFill>
              <a:srgbClr val="FFFFFF"/>
            </a:solidFill>
          </a:ln>
        </p:spPr>
        <p:txBody>
          <a:bodyPr vert="horz" wrap="square" lIns="0" tIns="94615" rIns="0" bIns="0" rtlCol="0" anchor="ctr">
            <a:spAutoFit/>
          </a:bodyPr>
          <a:lstStyle/>
          <a:p>
            <a:pPr marL="205104" algn="l">
              <a:lnSpc>
                <a:spcPct val="100000"/>
              </a:lnSpc>
              <a:spcBef>
                <a:spcPts val="745"/>
              </a:spcBef>
            </a:pPr>
            <a:r>
              <a:rPr lang="ja-JP" altLang="en-US" sz="2400" spc="-5" dirty="0">
                <a:solidFill>
                  <a:srgbClr val="FFFFFF"/>
                </a:solidFill>
                <a:latin typeface="MS Gothic"/>
                <a:cs typeface="MS Gothic"/>
              </a:rPr>
              <a:t>目指しているゲーム</a:t>
            </a:r>
            <a:endParaRPr sz="2400" dirty="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</TotalTime>
  <Words>65</Words>
  <Application>Microsoft Office PowerPoint</Application>
  <PresentationFormat>ワイド画面</PresentationFormat>
  <Paragraphs>18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7" baseType="lpstr">
      <vt:lpstr>Arial MT</vt:lpstr>
      <vt:lpstr>MS Gothic</vt:lpstr>
      <vt:lpstr>Office Theme</vt:lpstr>
      <vt:lpstr>ポートフォリオ</vt:lpstr>
      <vt:lpstr>作品概要・開発目的</vt:lpstr>
      <vt:lpstr>制作したいと思っている          アクションゲーム紹介</vt:lpstr>
      <vt:lpstr>ゲーム紹介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OHAT13B52932 松田健志</dc:creator>
  <cp:lastModifiedBy>OHAT13B52932 松田健志</cp:lastModifiedBy>
  <cp:revision>37</cp:revision>
  <dcterms:created xsi:type="dcterms:W3CDTF">2025-12-13T00:48:35Z</dcterms:created>
  <dcterms:modified xsi:type="dcterms:W3CDTF">2025-12-13T01:41:13Z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2025-10-11T00:00:00Z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2025-12-13T00:00:00Z</vt:filetime>
  </property>
  <property fmtid="{D5CDD505-2E9C-101B-9397-08002B2CF9AE}" pid="5" name="Producer">
    <vt:lpwstr>Microsoft® PowerPoint® for Microsoft 365</vt:lpwstr>
  </property>
</Properties>
</file>