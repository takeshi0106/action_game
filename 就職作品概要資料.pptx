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63227" y="1970323"/>
            <a:ext cx="6265545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就職作品概要資料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63227" y="5902835"/>
            <a:ext cx="6265545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ゲーム４年生学科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21353C4-DEF2-FC66-4268-DA9E1CEAC752}"/>
              </a:ext>
            </a:extLst>
          </p:cNvPr>
          <p:cNvSpPr txBox="1"/>
          <p:nvPr/>
        </p:nvSpPr>
        <p:spPr>
          <a:xfrm>
            <a:off x="7190421" y="5181600"/>
            <a:ext cx="2038351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AT13B529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　</a:t>
            </a: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32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71168" y="1600200"/>
            <a:ext cx="9230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コンセプト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クロスプラットフォーム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D9B942-9541-F528-6F28-F3CF955D7AB9}"/>
              </a:ext>
            </a:extLst>
          </p:cNvPr>
          <p:cNvSpPr txBox="1"/>
          <p:nvPr/>
        </p:nvSpPr>
        <p:spPr>
          <a:xfrm>
            <a:off x="838200" y="2362200"/>
            <a:ext cx="1021080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PC(DirectX)</a:t>
            </a:r>
            <a:r>
              <a:rPr kumimoji="1" lang="ja-JP" altLang="en-US" sz="2400" dirty="0">
                <a:solidFill>
                  <a:schemeClr val="bg1"/>
                </a:solidFill>
              </a:rPr>
              <a:t>でゲーム開発を行い、ゲーム本編のプログラムを一切変更せずに他のプラットフォームに対応でき、簡単に開発できるゲームエンジンの</a:t>
            </a: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8" y="5715000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制作期間 </a:t>
            </a:r>
            <a:r>
              <a:rPr kumimoji="1" lang="en-US" altLang="ja-JP" sz="3200" dirty="0">
                <a:solidFill>
                  <a:schemeClr val="bg1"/>
                </a:solidFill>
              </a:rPr>
              <a:t>:</a:t>
            </a:r>
            <a:r>
              <a:rPr kumimoji="1" lang="ja-JP" altLang="en-US" sz="32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8" y="1587824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開発環境 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1168" y="3429000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B0496B6-09CE-C597-6AE6-9E4529129B98}"/>
              </a:ext>
            </a:extLst>
          </p:cNvPr>
          <p:cNvSpPr txBox="1"/>
          <p:nvPr/>
        </p:nvSpPr>
        <p:spPr>
          <a:xfrm>
            <a:off x="371168" y="2239108"/>
            <a:ext cx="206723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C++20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DirectX11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71168" y="4114800"/>
            <a:ext cx="29054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imgui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B8D1-7A44-1661-C741-A02FE6EF0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C518BC-F958-1B35-CCDD-CC2D78530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9EE7F1-9B2D-DFC2-B0AC-DB15DBEDC2CA}"/>
              </a:ext>
            </a:extLst>
          </p:cNvPr>
          <p:cNvSpPr txBox="1"/>
          <p:nvPr/>
        </p:nvSpPr>
        <p:spPr>
          <a:xfrm>
            <a:off x="376084" y="5746988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制作期間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52795-696D-6E1A-99BF-81E3D33BD6B9}"/>
              </a:ext>
            </a:extLst>
          </p:cNvPr>
          <p:cNvSpPr txBox="1"/>
          <p:nvPr/>
        </p:nvSpPr>
        <p:spPr>
          <a:xfrm>
            <a:off x="371168" y="1670912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開発環境 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8A21C07-7042-B19C-7E48-4EBE8BF15940}"/>
              </a:ext>
            </a:extLst>
          </p:cNvPr>
          <p:cNvSpPr txBox="1"/>
          <p:nvPr/>
        </p:nvSpPr>
        <p:spPr>
          <a:xfrm>
            <a:off x="371168" y="3485072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CF0306-DB2D-1AAF-5B7E-A3B634C448CD}"/>
              </a:ext>
            </a:extLst>
          </p:cNvPr>
          <p:cNvSpPr txBox="1"/>
          <p:nvPr/>
        </p:nvSpPr>
        <p:spPr>
          <a:xfrm>
            <a:off x="371168" y="2317000"/>
            <a:ext cx="206723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C++20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DirectX11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0C16102-087D-3E60-F93F-F272B10EBB0C}"/>
              </a:ext>
            </a:extLst>
          </p:cNvPr>
          <p:cNvSpPr txBox="1"/>
          <p:nvPr/>
        </p:nvSpPr>
        <p:spPr>
          <a:xfrm>
            <a:off x="371168" y="4118578"/>
            <a:ext cx="29054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imgui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53D2EB-AE10-803F-5B20-6760BC2CA432}"/>
              </a:ext>
            </a:extLst>
          </p:cNvPr>
          <p:cNvSpPr txBox="1"/>
          <p:nvPr/>
        </p:nvSpPr>
        <p:spPr>
          <a:xfrm>
            <a:off x="2566997" y="5870098"/>
            <a:ext cx="2081203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ja-JP" sz="2400" u="sng" dirty="0">
                <a:solidFill>
                  <a:schemeClr val="bg1"/>
                </a:solidFill>
              </a:rPr>
              <a:t>約３～４か月</a:t>
            </a:r>
            <a:endParaRPr kumimoji="1" lang="ja-JP" altLang="en-US" sz="2400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31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2676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基本データ型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各</a:t>
            </a:r>
            <a:r>
              <a:rPr kumimoji="1" lang="en-US" altLang="ja-JP" sz="2400" dirty="0">
                <a:solidFill>
                  <a:schemeClr val="bg1"/>
                </a:solidFill>
              </a:rPr>
              <a:t>API</a:t>
            </a:r>
            <a:r>
              <a:rPr kumimoji="1" lang="ja-JP" altLang="en-US" sz="2400" dirty="0">
                <a:solidFill>
                  <a:schemeClr val="bg1"/>
                </a:solidFill>
              </a:rPr>
              <a:t>、</a:t>
            </a:r>
            <a:r>
              <a:rPr kumimoji="1" lang="en-US" altLang="ja-JP" sz="2400" dirty="0">
                <a:solidFill>
                  <a:schemeClr val="bg1"/>
                </a:solidFill>
              </a:rPr>
              <a:t>OS</a:t>
            </a:r>
            <a:r>
              <a:rPr kumimoji="1" lang="ja-JP" altLang="en-US" sz="2400" dirty="0">
                <a:solidFill>
                  <a:schemeClr val="bg1"/>
                </a:solidFill>
              </a:rPr>
              <a:t>ごとの差異を吸収するために自作数学・文字列ライブラリを作成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数学ライブラリは計算処理のみ、プラットフォームに最適なものを使用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文字列ライブラリはエンコードを</a:t>
            </a:r>
            <a:r>
              <a:rPr kumimoji="1" lang="en-US" altLang="ja-JP" sz="2400" dirty="0">
                <a:solidFill>
                  <a:schemeClr val="bg1"/>
                </a:solidFill>
              </a:rPr>
              <a:t>UTF-8</a:t>
            </a:r>
            <a:r>
              <a:rPr kumimoji="1" lang="ja-JP" altLang="en-US" sz="2400" dirty="0">
                <a:solidFill>
                  <a:schemeClr val="bg1"/>
                </a:solidFill>
              </a:rPr>
              <a:t>に統一して、差異を吸収しています。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リソース管理を名前で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13354-E36F-E724-C48D-5EED1884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D19693-CCAD-0B27-1639-5BAAF0CFB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5D7B65-5692-58A3-B036-8AEFD280E6E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6FD40F-B08A-A2B1-99A9-BA626410D035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5919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キャッシュミスの少なさ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</TotalTime>
  <Words>207</Words>
  <Application>Microsoft Office PowerPoint</Application>
  <PresentationFormat>ワイド画面</PresentationFormat>
  <Paragraphs>42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2" baseType="lpstr">
      <vt:lpstr>MS Gothic</vt:lpstr>
      <vt:lpstr>Office Theme</vt:lpstr>
      <vt:lpstr>就職作品概要資料</vt:lpstr>
      <vt:lpstr>目次</vt:lpstr>
      <vt:lpstr>作品概要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187</cp:revision>
  <dcterms:created xsi:type="dcterms:W3CDTF">2025-12-13T00:48:35Z</dcterms:created>
  <dcterms:modified xsi:type="dcterms:W3CDTF">2026-01-31T07:27:17Z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