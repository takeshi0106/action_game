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2" r:id="rId5"/>
    <p:sldId id="264" r:id="rId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2671" y="482041"/>
            <a:ext cx="728725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sng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3313" y="2137663"/>
            <a:ext cx="5001895" cy="2198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MS Gothic"/>
                <a:cs typeface="MS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7710" y="1447800"/>
            <a:ext cx="1073658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ja-JP" altLang="en-US" sz="6000" dirty="0"/>
              <a:t>ポートフォリオ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8534400" y="5181600"/>
            <a:ext cx="3429000" cy="1057341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lang="en-US" altLang="ja-JP" sz="2800" spc="-125" dirty="0">
                <a:solidFill>
                  <a:srgbClr val="FFFFFF"/>
                </a:solidFill>
                <a:latin typeface="MS Gothic"/>
                <a:cs typeface="MS Gothic"/>
              </a:rPr>
              <a:t>HAL</a:t>
            </a:r>
            <a:r>
              <a:rPr lang="ja-JP" altLang="en-US" sz="2800" spc="-125" dirty="0">
                <a:solidFill>
                  <a:srgbClr val="FFFFFF"/>
                </a:solidFill>
                <a:latin typeface="MS Gothic"/>
                <a:cs typeface="MS Gothic"/>
              </a:rPr>
              <a:t>大阪 ゲーム</a:t>
            </a:r>
            <a:r>
              <a:rPr lang="en-US" altLang="ja-JP" sz="2800" spc="-125" dirty="0">
                <a:solidFill>
                  <a:srgbClr val="FFFFFF"/>
                </a:solidFill>
                <a:latin typeface="MS Gothic"/>
                <a:cs typeface="MS Gothic"/>
              </a:rPr>
              <a:t>4</a:t>
            </a:r>
            <a:r>
              <a:rPr lang="ja-JP" altLang="en-US" sz="2800" spc="-125" dirty="0">
                <a:solidFill>
                  <a:srgbClr val="FFFFFF"/>
                </a:solidFill>
                <a:latin typeface="MS Gothic"/>
                <a:cs typeface="MS Gothic"/>
              </a:rPr>
              <a:t>年制</a:t>
            </a:r>
            <a:endParaRPr lang="en-US" altLang="ja-JP" sz="2800" spc="-125" dirty="0">
              <a:solidFill>
                <a:srgbClr val="FFFFFF"/>
              </a:solidFill>
              <a:latin typeface="MS Gothic"/>
              <a:cs typeface="MS Gothic"/>
            </a:endParaRPr>
          </a:p>
          <a:p>
            <a:pPr marL="12700" algn="ctr">
              <a:lnSpc>
                <a:spcPct val="100000"/>
              </a:lnSpc>
              <a:spcBef>
                <a:spcPts val="735"/>
              </a:spcBef>
            </a:pPr>
            <a:r>
              <a:rPr lang="ja-JP" altLang="en-US" sz="2800" spc="-125" dirty="0">
                <a:solidFill>
                  <a:srgbClr val="FFFFFF"/>
                </a:solidFill>
                <a:latin typeface="MS Gothic"/>
                <a:cs typeface="MS Gothic"/>
              </a:rPr>
              <a:t>松田 </a:t>
            </a:r>
            <a:r>
              <a:rPr sz="2800" spc="-125" dirty="0" err="1">
                <a:solidFill>
                  <a:srgbClr val="FFFFFF"/>
                </a:solidFill>
                <a:latin typeface="MS Gothic"/>
                <a:cs typeface="MS Gothic"/>
              </a:rPr>
              <a:t>健志</a:t>
            </a:r>
            <a:endParaRPr sz="2800" dirty="0">
              <a:latin typeface="MS Gothic"/>
              <a:cs typeface="MS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30DCD2-F0DB-B7B9-A22B-CC6696E0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1000"/>
            <a:ext cx="1981200" cy="923330"/>
          </a:xfrm>
        </p:spPr>
        <p:txBody>
          <a:bodyPr/>
          <a:lstStyle/>
          <a:p>
            <a:r>
              <a:rPr kumimoji="1" lang="ja-JP" altLang="en-US" sz="6000" dirty="0"/>
              <a:t>目次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E9F1BA-CC7D-3F20-F458-0F6492D5C4D6}"/>
              </a:ext>
            </a:extLst>
          </p:cNvPr>
          <p:cNvSpPr txBox="1"/>
          <p:nvPr/>
        </p:nvSpPr>
        <p:spPr>
          <a:xfrm>
            <a:off x="381000" y="1981200"/>
            <a:ext cx="35814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</a:rPr>
              <a:t>① </a:t>
            </a:r>
            <a:r>
              <a:rPr kumimoji="1" lang="ja-JP" altLang="en-US" sz="3200" b="1" u="sng" dirty="0">
                <a:solidFill>
                  <a:schemeClr val="bg1"/>
                </a:solidFill>
              </a:rPr>
              <a:t>プロフィール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E09693D-262C-394F-A8A7-640967748777}"/>
              </a:ext>
            </a:extLst>
          </p:cNvPr>
          <p:cNvSpPr txBox="1"/>
          <p:nvPr/>
        </p:nvSpPr>
        <p:spPr>
          <a:xfrm>
            <a:off x="381000" y="2844225"/>
            <a:ext cx="54102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</a:rPr>
              <a:t>② </a:t>
            </a:r>
            <a:r>
              <a:rPr kumimoji="1" lang="ja-JP" altLang="en-US" sz="3200" b="1" u="sng" dirty="0">
                <a:solidFill>
                  <a:schemeClr val="bg1"/>
                </a:solidFill>
              </a:rPr>
              <a:t>就職作品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60C6055-A983-F43C-12BA-368BCF79D180}"/>
              </a:ext>
            </a:extLst>
          </p:cNvPr>
          <p:cNvSpPr txBox="1"/>
          <p:nvPr/>
        </p:nvSpPr>
        <p:spPr>
          <a:xfrm>
            <a:off x="381000" y="3707250"/>
            <a:ext cx="54102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solidFill>
                  <a:schemeClr val="bg1"/>
                </a:solidFill>
              </a:rPr>
              <a:t>③ </a:t>
            </a:r>
            <a:r>
              <a:rPr kumimoji="1" lang="ja-JP" altLang="en-US" sz="3200" b="1" u="sng" dirty="0">
                <a:solidFill>
                  <a:schemeClr val="bg1"/>
                </a:solidFill>
              </a:rPr>
              <a:t>過去作品</a:t>
            </a:r>
          </a:p>
        </p:txBody>
      </p:sp>
    </p:spTree>
    <p:extLst>
      <p:ext uri="{BB962C8B-B14F-4D97-AF65-F5344CB8AC3E}">
        <p14:creationId xmlns:p14="http://schemas.microsoft.com/office/powerpoint/2010/main" val="651915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5D6B6-954C-4D82-7E7B-002BE8F8D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081D0E-FD59-D61C-C70D-E4F752D74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2"/>
            <a:ext cx="7287259" cy="923330"/>
          </a:xfrm>
        </p:spPr>
        <p:txBody>
          <a:bodyPr/>
          <a:lstStyle/>
          <a:p>
            <a:r>
              <a:rPr kumimoji="1" lang="ja-JP" altLang="en-US" sz="6000" dirty="0"/>
              <a:t>プロフィール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5E731EC-97BD-6702-40FB-F449B406C8C4}"/>
              </a:ext>
            </a:extLst>
          </p:cNvPr>
          <p:cNvSpPr txBox="1"/>
          <p:nvPr/>
        </p:nvSpPr>
        <p:spPr>
          <a:xfrm>
            <a:off x="371168" y="1772040"/>
            <a:ext cx="6105832" cy="58477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名前 </a:t>
            </a:r>
            <a:r>
              <a:rPr kumimoji="1" lang="en-US" altLang="ja-JP" sz="3200" dirty="0">
                <a:solidFill>
                  <a:schemeClr val="bg1"/>
                </a:solidFill>
              </a:rPr>
              <a:t>: </a:t>
            </a:r>
            <a:r>
              <a:rPr kumimoji="1" lang="ja-JP" altLang="en-US" sz="3200" dirty="0">
                <a:solidFill>
                  <a:schemeClr val="bg1"/>
                </a:solidFill>
              </a:rPr>
              <a:t>松田 健志 </a:t>
            </a:r>
            <a:r>
              <a:rPr kumimoji="1" lang="en-US" altLang="ja-JP" sz="3200" dirty="0">
                <a:solidFill>
                  <a:schemeClr val="bg1"/>
                </a:solidFill>
              </a:rPr>
              <a:t>(</a:t>
            </a:r>
            <a:r>
              <a:rPr kumimoji="1" lang="ja-JP" altLang="en-US" sz="3200" dirty="0">
                <a:solidFill>
                  <a:schemeClr val="bg1"/>
                </a:solidFill>
              </a:rPr>
              <a:t>マツダ タケシ</a:t>
            </a:r>
            <a:r>
              <a:rPr kumimoji="1" lang="en-US" altLang="ja-JP" sz="3200" dirty="0">
                <a:solidFill>
                  <a:schemeClr val="bg1"/>
                </a:solidFill>
              </a:rPr>
              <a:t>)</a:t>
            </a:r>
            <a:endParaRPr kumimoji="1" lang="ja-JP" altLang="en-US" sz="3200" dirty="0">
              <a:solidFill>
                <a:schemeClr val="bg1"/>
              </a:solidFill>
            </a:endParaRPr>
          </a:p>
        </p:txBody>
      </p:sp>
      <p:pic>
        <p:nvPicPr>
          <p:cNvPr id="4" name="object 7">
            <a:extLst>
              <a:ext uri="{FF2B5EF4-FFF2-40B4-BE49-F238E27FC236}">
                <a16:creationId xmlns:a16="http://schemas.microsoft.com/office/drawing/2014/main" id="{9AF6E3C0-B3DE-5725-C8A8-69A49C13BA5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4782" y="353961"/>
            <a:ext cx="3096050" cy="399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342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54F2-5412-F8A6-C31D-E1DAF632D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25D28A-7AC9-B615-0884-AA4D0120B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就職作品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8803B9C-B76A-6051-F6AD-89F91A570D24}"/>
              </a:ext>
            </a:extLst>
          </p:cNvPr>
          <p:cNvSpPr txBox="1"/>
          <p:nvPr/>
        </p:nvSpPr>
        <p:spPr>
          <a:xfrm>
            <a:off x="371168" y="1670339"/>
            <a:ext cx="26768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基本データ型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1A88100-0725-4EDC-2BE3-779C7D19AAC8}"/>
              </a:ext>
            </a:extLst>
          </p:cNvPr>
          <p:cNvSpPr txBox="1"/>
          <p:nvPr/>
        </p:nvSpPr>
        <p:spPr>
          <a:xfrm>
            <a:off x="371168" y="2255114"/>
            <a:ext cx="1075403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各</a:t>
            </a:r>
            <a:r>
              <a:rPr kumimoji="1" lang="en-US" altLang="ja-JP" sz="2400" dirty="0">
                <a:solidFill>
                  <a:schemeClr val="bg1"/>
                </a:solidFill>
              </a:rPr>
              <a:t>API</a:t>
            </a:r>
            <a:r>
              <a:rPr kumimoji="1" lang="ja-JP" altLang="en-US" sz="2400" dirty="0">
                <a:solidFill>
                  <a:schemeClr val="bg1"/>
                </a:solidFill>
              </a:rPr>
              <a:t>、</a:t>
            </a:r>
            <a:r>
              <a:rPr kumimoji="1" lang="en-US" altLang="ja-JP" sz="2400" dirty="0">
                <a:solidFill>
                  <a:schemeClr val="bg1"/>
                </a:solidFill>
              </a:rPr>
              <a:t>OS</a:t>
            </a:r>
            <a:r>
              <a:rPr kumimoji="1" lang="ja-JP" altLang="en-US" sz="2400" dirty="0">
                <a:solidFill>
                  <a:schemeClr val="bg1"/>
                </a:solidFill>
              </a:rPr>
              <a:t>ごとの差異を吸収するために自作数学・文字列ライブラリを作成</a:t>
            </a:r>
            <a:endParaRPr kumimoji="1" lang="en-US" altLang="ja-JP" sz="2400" dirty="0">
              <a:solidFill>
                <a:schemeClr val="bg1"/>
              </a:solidFill>
            </a:endParaRPr>
          </a:p>
          <a:p>
            <a:r>
              <a:rPr kumimoji="1" lang="ja-JP" altLang="en-US" sz="2400" dirty="0">
                <a:solidFill>
                  <a:schemeClr val="bg1"/>
                </a:solidFill>
              </a:rPr>
              <a:t>数学ライブラリは計算処理のみ、プラットフォームに最適なものを使用</a:t>
            </a:r>
            <a:endParaRPr kumimoji="1" lang="en-US" altLang="ja-JP" sz="2400" dirty="0">
              <a:solidFill>
                <a:schemeClr val="bg1"/>
              </a:solidFill>
            </a:endParaRPr>
          </a:p>
          <a:p>
            <a:r>
              <a:rPr kumimoji="1" lang="ja-JP" altLang="en-US" sz="2400" dirty="0">
                <a:solidFill>
                  <a:schemeClr val="bg1"/>
                </a:solidFill>
              </a:rPr>
              <a:t>文字列ライブラリはエンコードを</a:t>
            </a:r>
            <a:r>
              <a:rPr kumimoji="1" lang="en-US" altLang="ja-JP" sz="2400" dirty="0">
                <a:solidFill>
                  <a:schemeClr val="bg1"/>
                </a:solidFill>
              </a:rPr>
              <a:t>UTF-8</a:t>
            </a:r>
            <a:r>
              <a:rPr kumimoji="1" lang="ja-JP" altLang="en-US" sz="2400" dirty="0">
                <a:solidFill>
                  <a:schemeClr val="bg1"/>
                </a:solidFill>
              </a:rPr>
              <a:t>に統一して、差異を吸収しています。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922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2469C-9544-3EE0-2E53-A6F33783F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C8A78A-FF1F-9D2E-2968-2EF9DD7DA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168" y="390833"/>
            <a:ext cx="7706032" cy="923330"/>
          </a:xfrm>
        </p:spPr>
        <p:txBody>
          <a:bodyPr/>
          <a:lstStyle/>
          <a:p>
            <a:r>
              <a:rPr kumimoji="1" lang="ja-JP" altLang="en-US" sz="6000" dirty="0"/>
              <a:t>過去作品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AE956C6-E1AE-1739-4416-F70FE41DE4BB}"/>
              </a:ext>
            </a:extLst>
          </p:cNvPr>
          <p:cNvSpPr txBox="1"/>
          <p:nvPr/>
        </p:nvSpPr>
        <p:spPr>
          <a:xfrm>
            <a:off x="371168" y="1670339"/>
            <a:ext cx="5191432" cy="5847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3200" dirty="0">
                <a:solidFill>
                  <a:schemeClr val="bg1"/>
                </a:solidFill>
              </a:rPr>
              <a:t>リソース管理マネージャー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320E06A-4618-5650-EE18-BFD8D7B7EDE2}"/>
              </a:ext>
            </a:extLst>
          </p:cNvPr>
          <p:cNvSpPr txBox="1"/>
          <p:nvPr/>
        </p:nvSpPr>
        <p:spPr>
          <a:xfrm>
            <a:off x="371168" y="2255114"/>
            <a:ext cx="1075403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リソース管理を名前で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583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</TotalTime>
  <Words>89</Words>
  <Application>Microsoft Office PowerPoint</Application>
  <PresentationFormat>ワイド画面</PresentationFormat>
  <Paragraphs>17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7" baseType="lpstr">
      <vt:lpstr>MS Gothic</vt:lpstr>
      <vt:lpstr>Office Theme</vt:lpstr>
      <vt:lpstr>ポートフォリオ</vt:lpstr>
      <vt:lpstr>目次</vt:lpstr>
      <vt:lpstr>プロフィール</vt:lpstr>
      <vt:lpstr>就職作品</vt:lpstr>
      <vt:lpstr>過去作品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OHAT13B52932 松田健志</dc:creator>
  <cp:lastModifiedBy>OHAT13B52932 松田健志</cp:lastModifiedBy>
  <cp:revision>200</cp:revision>
  <dcterms:created xsi:type="dcterms:W3CDTF">2025-12-13T00:48:35Z</dcterms:created>
  <dcterms:modified xsi:type="dcterms:W3CDTF">2026-01-29T02:08:21Z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2025-12-13T00:00:00Z</vt:filetime>
  </property>
  <property fmtid="{D5CDD505-2E9C-101B-9397-08002B2CF9AE}" pid="5" name="Producer">
    <vt:lpwstr>Microsoft® PowerPoint® for Microsoft 365</vt:lpwstr>
  </property>
</Properties>
</file>