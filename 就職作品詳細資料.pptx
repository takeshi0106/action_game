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2" r:id="rId6"/>
    <p:sldId id="264" r:id="rId7"/>
    <p:sldId id="267" r:id="rId8"/>
    <p:sldId id="265" r:id="rId9"/>
    <p:sldId id="266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1752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58644"/>
            <a:ext cx="8849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描画マネージャーの単一責任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43419"/>
            <a:ext cx="11820832" cy="18158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参照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で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メモリ使用量が増えると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キャッシュミスが</a:t>
            </a: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多く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発生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しそう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複数テクスチャをまとめ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て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GPU転送が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行えない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作成と描画を兼任しており単一責任になっていない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b="1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描画コマンドリスト方式で解決予定</a:t>
            </a:r>
            <a:endParaRPr kumimoji="0" lang="ja-JP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E8B5C8-1559-F56D-8159-A0FBF5C99E58}"/>
              </a:ext>
            </a:extLst>
          </p:cNvPr>
          <p:cNvSpPr txBox="1"/>
          <p:nvPr/>
        </p:nvSpPr>
        <p:spPr>
          <a:xfrm>
            <a:off x="371168" y="4629971"/>
            <a:ext cx="1973826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FBA82A-5A07-D216-661B-1270A38C75D8}"/>
              </a:ext>
            </a:extLst>
          </p:cNvPr>
          <p:cNvSpPr txBox="1"/>
          <p:nvPr/>
        </p:nvSpPr>
        <p:spPr>
          <a:xfrm>
            <a:off x="371168" y="5199356"/>
            <a:ext cx="11135032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マウスとキーボードの入力しか今のままでは取れず、拡張性が低い</a:t>
            </a:r>
            <a:endParaRPr kumimoji="0" lang="en-US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　</a:t>
            </a:r>
            <a:r>
              <a:rPr lang="ja-JP" altLang="en-US" sz="2800" dirty="0">
                <a:solidFill>
                  <a:srgbClr val="FF0000"/>
                </a:solidFill>
                <a:latin typeface="Arial" panose="020B0604020202020204" pitchFamily="34" charset="0"/>
              </a:rPr>
              <a:t>→ 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プラットフォーム層で入力をアクション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意図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へ変換</a:t>
            </a:r>
            <a:endParaRPr kumimoji="0" lang="en-US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1902</TotalTime>
  <Words>449</Words>
  <Application>Microsoft Office PowerPoint</Application>
  <PresentationFormat>ワイド画面</PresentationFormat>
  <Paragraphs>58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Arial Unicode MS</vt:lpstr>
      <vt:lpstr>MS Gothic</vt:lpstr>
      <vt:lpstr>游ゴシック</vt:lpstr>
      <vt:lpstr>Arial</vt:lpstr>
      <vt:lpstr>Office Theme</vt:lpstr>
      <vt:lpstr>就職作品詳細資料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529</cp:revision>
  <dcterms:created xsi:type="dcterms:W3CDTF">2025-12-13T00:48:35Z</dcterms:created>
  <dcterms:modified xsi:type="dcterms:W3CDTF">2026-02-02T07:26:54Z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